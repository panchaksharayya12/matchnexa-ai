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AMAZON ML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MatchNexa: AI-Powered Business Entity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Scalable Country-Partitioned Blocking &amp; Precision-Calibrated Neural Record Linkage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1,732,544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Full test resolution ledger processed locally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Macro F0.5 = 0.8842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Precision-weighted metric excellence (91.2% Precision)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Zero External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100% self-contained, compliant offline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NeuroNexa 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Verified package: NeuroNexa_submission.zip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Entity Resolution Challenge at Amazon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Consolidating 3 Disparate Registries Across Evolving Global Business Names &amp; Addresses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The Big Data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Source 1 (Reference) must be linked to matching entities in Source 2 &amp; Source 3 with zero external lookup APIs allowed.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Quadratic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Comparing 1.73M records against all sources creates 3+ Trillion candidate pairs, requiring aggressive sub-linear blocking.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Precision-Weighted F0.5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Macro F0.5 penalizes False Positives 4x more than False Negatives. True singletons must remain strictly unlinked.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End-to-End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Deterministic, fully auditable TSV deliverables matching official validator constraints with zero discrepancies.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Three-Stage Funnel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From Raw Heterogeneous Records to Verified Global Entity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Stage 1: Country-Partitioned Blocking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ISO-2 sharding + BM25 inverted index + 3-gram hashes. Filters 99.98% of false pairs; k=15 per entity.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Stage 2: Hybrid Pairwise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Cross-Encoder DeBERTa-v3 semantic embeddings fused with 42 LightGBM structural string &amp; geospatial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Stage 3: Calibrated Singleton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Rigorous probability threshold tau=0.740. Rejects ambiguous look-alikes to protect Macro F0.5 precision.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Output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Generates matching_results.tsv and candidate_pairs.tsv in exact tab-separated format for leaderboard scoring.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STAGE 1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Scalable Multi-Signal Blocking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Eliminating Quadratic Bottlenecks with Inverted Indexes and Phonetic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Country Boundary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Restricts search space strictly within verified country shards, instantly eliminating cross-border noise pairs.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Legal Suffix Canonicalization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Normalizes 'Inc', 'LLC', 'Corp', 'GmbH', 'Pvt Ltd', 'SA', 'SRL' to isolate core commercial brand 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Inverted Token &amp; 3-Gram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Sub-linear retrieval of top-15 nearest candidates using combined word frequency and character n-gram hashing.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96.4% Candidate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Captures virtually all ground-truth matches while dropping candidate volume from 3 Trillion to 25.9 Million pairs.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STAGE 2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Neural &amp; Tabular Matching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Combining Deep Contextual Language Models with 42 Engineered Tabular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Siamese DeBERTa-v3 Cross-Encoder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Evaluates full contextual name and address semantic coherence, capturing acronyms and non-trivial synonyms.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42 Structural String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Jaro-Winkler, Monge-Elkan, Levenshtein ratio, token set overlap, partial token sort, street number equality.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Geospatial &amp; Postal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Haversine distance verification and postal prefix matching prevent false merges between distinct regional branches.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LightGBM Fast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Gradient boosted decision trees combine neural probabilities and tabular features in sub-millisecond latency per pair.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STAGE 3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Singleton Handling &amp; Macro F0.5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Standard F1 Fails and How MatchNexa Secures 91.2%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The Mathematics of F0.5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F0.5 = 1.25 * (P * R) / (0.25 * P + R). Precision is weighted twice as heavily as recall in official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The Singleton Penalty 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Reference entities with no counterpart in S2/S3 are singletons. Linking a singleton drops that entity's score from 1.0 to 0.0!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Optimal Threshold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Standard classifiers set tau=0.50. We analytically calibrated tau*=0.740 on holdout validation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High-Precision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Guarantees that only pairs with decisive statistical confidence are linked, maximizing final leaderboard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EMPIRICAL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Experimental Results &amp; Ablation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Step-by-Step Validation Across 1.73 Million Evaluation 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Baseline TF-IDF (tau=0.50)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Precision: 71.4% | Recall: 81.2% | Macro F0.5: 0.732 — High false positive rate on look-alike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BM25 Blocking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Precision: 78.9% | Recall: 83.6% | Macro F0.5: 0.798 — Eliminates cross-region false matches effectively.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BM25 + 42 Feature 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Precision: 86.1% | Recall: 79.4% | Macro F0.5: 0.847 — Substantial precision jump with structural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MatchNexa Master (tau=0.740)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Precision: 91.2% | Recall: 78.6% | Macro F0.5: 0.8842 — Optimal balance yielding top competition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SUBMISSION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Official Validator &amp; Integrity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Zero Discrepancy, 100% Validated Deliverable Bundle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Validator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Audited with official utils/validate_submission.py across all 1,732,544 rows — PASSED with zero blocking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Archive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NeuroNexa_submission.zip (254.3 MB) containing exact paths: src/, output/, README.md, requirements.txt.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Strict Subset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Final matches in matching_results.tsv are mathematically verified to be strict subsets of candidate_pairs.tsv.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Full Offline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Zero internet lookups, zero rate limits, 100% reproducible results on standard enterprise compute hardware.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ENTERPRISE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MatchNexa Enterprise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Production-Grade Web Application with 3D Liquid Canvas and Real-Time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Live Web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Hosted live on Vercel at https://match-nexa-ai.vercel.app with responsive data ledger, candidate explorer, and real-time simulator.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AI Assistant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Integrated interactive MatchNexa Copilot capable of dataset inspection, pair comparisons, and rules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Multi-Country Mobile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Adaptive country code selector (+91 default, 50+ countries), OTP generator, and dual phone/email portal.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Direct Package Download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NeuroNexa_submission.zip servable directly over HTTP with real-time download telemetry.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Real-World Commercial Value for Amazon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Scalable Deduplication Across Global Supply Chains, Marketplaces &amp; Catalog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Counterfeit &amp; Fraud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Links rogue seller accounts sharing masked identities across disparate commercial registries.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Unified Supplier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Consolidates multi-vendor contracts, enabling volume discounts and streamlined supply chain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Catalog Federation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Merges multi-source product feeds without duplicate listings, elevating customer search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Real-Time Low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Optimized inference pipeline delivers sub-10ms decision latencies per entity pair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Scalability, Latency &amp; Future Horizons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From Batch Processing to Continuous Streaming Entity Reconciliation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Distributed Ray / Spark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Linear scaling to 100+ Million global entities across distributed cloud worker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Continuous Streaming 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Real-time Kafka ingestion pipeline resolving new merchant registrations in milliseconds.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Graph Neural Network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Incorporating ownership hierarchy graphs and transaction topology into the neural embedding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Privacy-Preserving Linkage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Homomorphic encryption and secure multi-party computation for cross-bank financial entity matching.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■  CONCLUSION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 of Deliverables &amp; Project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NeuroNexa AI Team • Amazon ML Challenge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Master Submission 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NeuroNexa_submission.zip (254.3 MB, verified, valid, ready for final upload)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24028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Complete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8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Technical Report (.docx), Literature Review (.docx), Academic Research Paper (.docx)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Executive Presentation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MatchNexa_Presentation_Deck.pptx (12 High-Impact Widescreen 16:9 Slides)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389120"/>
            <a:ext cx="5166360" cy="19202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720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Live Interactive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5074920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Hosted live on Vercel at https://match-nexa-ai.vercel.app (Mirror: https://panchaksharayya12.github.io/MatchNexa-AI/)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MatchNexa AI • Amazon ML Challenge 2026 •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